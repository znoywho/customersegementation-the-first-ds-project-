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Segmentation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Tom tat tu Final.ipynb</a:t>
            </a:r>
          </a:p>
          <a:p>
            <a:r>
              <a:t>Dataset: Online Retail</a:t>
            </a:r>
          </a:p>
          <a:p>
            <a:r>
              <a:t>Prepared by: Your Data Science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Muc tieu bai toan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Phan khuc khach hang dua tren hanh vi mua sam.</a:t>
            </a:r>
          </a:p>
          <a:p>
            <a:pPr>
              <a:defRPr sz="2000"/>
            </a:pPr>
            <a:r>
              <a:t>Tao nen tang cho chien luoc marketing ca nhan hoa.</a:t>
            </a:r>
          </a:p>
          <a:p>
            <a:pPr>
              <a:defRPr sz="2000"/>
            </a:pPr>
            <a:r>
              <a:t>Xay pipeline tu lam sach du lieu -&gt; clustering -&gt; du doan cluster.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Du lieu va chuan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Nguon: Online Retail transaction data (Invoice, Quantity, UnitPrice, CustomerID, ...).</a:t>
            </a:r>
          </a:p>
          <a:p>
            <a:pPr>
              <a:defRPr sz="2000"/>
            </a:pPr>
            <a:r>
              <a:t>Lam sach: xu ly null CustomerID, ban ghi trung, xu ly don huy, gioi han outlier.</a:t>
            </a:r>
          </a:p>
          <a:p>
            <a:pPr>
              <a:defRPr sz="2000"/>
            </a:pPr>
            <a:r>
              <a:t>Tap khach hang sau xu ly: 3,608 khach.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Su dung nhom dac trung hanh vi: count, sum, LastPurchase (RFM-like).</a:t>
            </a:r>
          </a:p>
          <a:p>
            <a:pPr>
              <a:defRPr sz="2000"/>
            </a:pPr>
            <a:r>
              <a:t>Gia tri trung binh truoc chuan hoa: count=2.92, sum=980.32, LastPurchase=92.06.</a:t>
            </a:r>
          </a:p>
          <a:p>
            <a:pPr>
              <a:defRPr sz="2000"/>
            </a:pPr>
            <a:r>
              <a:t>Chuan hoa bang StandardScaler, truc quan hoa them bang PCA.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Clustering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Thuat toan chinh: KMeans (chon so cum bang Elbow + Silhouette).</a:t>
            </a:r>
          </a:p>
          <a:p>
            <a:pPr>
              <a:defRPr sz="2000"/>
            </a:pPr>
            <a:r>
              <a:t>Ket qua cuoi cung: 4 cum khach hang (cluster 0-3).</a:t>
            </a:r>
          </a:p>
          <a:p>
            <a:pPr>
              <a:defRPr sz="2000"/>
            </a:pPr>
            <a:r>
              <a:t>Xuat artifacts phuc vu dashboard va tai su dung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5) Tong quan 4 cum khach hang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Cluster 0 - (0)Khach Moi: 995 khach | avg_count=1.32 | avg_sum=371.65 | avg_LastPurchase=213.37</a:t>
            </a:r>
          </a:p>
          <a:p>
            <a:pPr>
              <a:defRPr sz="2000"/>
            </a:pPr>
            <a:r>
              <a:t>Cluster 1 - (1)San Sale: 658 khach | avg_count=4.12 | avg_sum=1,671.63 | avg_LastPurchase=43.65</a:t>
            </a:r>
          </a:p>
          <a:p>
            <a:pPr>
              <a:defRPr sz="2000"/>
            </a:pPr>
            <a:r>
              <a:t>Cluster 2 - (2)It tuong tac: 1,466 khach | avg_count=1.83 | avg_sum=489.54 | avg_LastPurchase=54.08</a:t>
            </a:r>
          </a:p>
          <a:p>
            <a:pPr>
              <a:defRPr sz="2000"/>
            </a:pPr>
            <a:r>
              <a:t>Cluster 3 - (3)Khach Hang Cao Cap: 489 khach | avg_count=7.85 | avg_sum=2,759.93 | avg_LastPurchase=24.19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6) Dien giai cum theo category/keywords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Cluster 0: top category = categ_2 (24.88%); tu khoa noi bat: bag, sign, pot, box, ring.</a:t>
            </a:r>
          </a:p>
          <a:p>
            <a:pPr>
              <a:defRPr sz="2000"/>
            </a:pPr>
            <a:r>
              <a:t>Cluster 1: top category = categ_3 (26.51%); tu khoa: card, christmas, wrap, decoration, sign.</a:t>
            </a:r>
          </a:p>
          <a:p>
            <a:pPr>
              <a:defRPr sz="2000"/>
            </a:pPr>
            <a:r>
              <a:t>Cluster 2: top category = categ_3 (24.51%); tu khoa: necklac, lace, wall, glass, vintage.</a:t>
            </a:r>
          </a:p>
          <a:p>
            <a:pPr>
              <a:defRPr sz="2000"/>
            </a:pPr>
            <a:r>
              <a:t>Cluster 3: top category = categ_3 (24.43%); tu khoa: sign, vintage, bag, candle, light.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7) Mo hinh du doan cluster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So sanh nhieu classifier tren tap test de du doan cluster khach hang.</a:t>
            </a:r>
          </a:p>
          <a:p>
            <a:pPr>
              <a:defRPr sz="2000"/>
            </a:pPr>
            <a:r>
              <a:t>Mo hinh tot nhat trong notebook: Gradient Boosting.</a:t>
            </a:r>
          </a:p>
          <a:p>
            <a:pPr>
              <a:defRPr sz="2000"/>
            </a:pPr>
            <a:r>
              <a:t>Accuracy tot nhat: 99.06% (Voting Ensemble: 97.57%).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8) Business actions de xuat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Khach Moi: onboarding flow + uu dai don dau de tang tan suat mua.</a:t>
            </a:r>
          </a:p>
          <a:p>
            <a:pPr>
              <a:defRPr sz="2000"/>
            </a:pPr>
            <a:r>
              <a:t>San Sale: campaign theo mua, flash-sale, thong bao giam gia ca nhan hoa.</a:t>
            </a:r>
          </a:p>
          <a:p>
            <a:pPr>
              <a:defRPr sz="2000"/>
            </a:pPr>
            <a:r>
              <a:t>It tuong tac: win-back campaign, cham soc tu dong theo LastPurchase.</a:t>
            </a:r>
          </a:p>
          <a:p>
            <a:pPr>
              <a:defRPr sz="2000"/>
            </a:pPr>
            <a:r>
              <a:t>Khach Cao Cap: loyalty tier, early access, cross-sell san pham premium.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9) Ke hoach trien khai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Tich hop outputs: customer_segments.csv, cluster_summary.csv, category_by_cluster.csv.</a:t>
            </a:r>
          </a:p>
          <a:p>
            <a:pPr>
              <a:defRPr sz="2000"/>
            </a:pPr>
            <a:r>
              <a:t>Dung kmeans + scaler artifacts cho batch scoring dinh ky.</a:t>
            </a:r>
          </a:p>
          <a:p>
            <a:pPr>
              <a:defRPr sz="2000"/>
            </a:pPr>
            <a:r>
              <a:t>Theo doi KPI: retention, repeat rate, AOV, CLV theo tung cluster.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10) Ket luan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Pipeline segmentation da on dinh va co kha nang trien khai thuc te.</a:t>
            </a:r>
          </a:p>
          <a:p>
            <a:pPr>
              <a:defRPr sz="2000"/>
            </a:pPr>
            <a:r>
              <a:t>4 cum khach hang the hien hanh vi khac biet ro rang.</a:t>
            </a:r>
          </a:p>
          <a:p>
            <a:pPr>
              <a:defRPr sz="2000"/>
            </a:pPr>
            <a:r>
              <a:t>Mo hinh du doan dat do chinh xac cao, san sang dua vao he thong marketing.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